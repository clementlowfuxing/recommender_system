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CDWC Diagnostic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93C5FD"/>
                </a:solidFill>
                <a:latin typeface="Calibri"/>
              </a:defRPr>
            </a:pPr>
            <a:r>
              <a:t>Redesign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From Project-Matching to Team Diagnostics, Gap Analysis &amp; Action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3C5FD"/>
                </a:solidFill>
                <a:latin typeface="Calibri"/>
              </a:defRPr>
            </a:pPr>
            <a:r>
              <a:t>Data-Driven Redesign Based on TPCP + SMA HRIS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1.  The Shift — From Matching to Diagnosing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2.  What Users Actually Ask (16 HOD/GM Questions)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3.  What the Data Gives Us (TPCP + SMA HRIS)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4.  Why the Current Scoring Functions No Longer Fit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5.  New Core Primitives — 6 Health Scores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6.  Hard Filters &amp; Org Scope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7.  New Pipeline Architecture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8.  Output for Each Question Type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9.  Gap Analysis — People vs Structural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10. Action Recommendation Logic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11. New API Surface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12. Module Structure &amp; Implementation Order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13. Migration Impact</a:t>
            </a:r>
          </a:p>
          <a:p>
            <a:pPr>
              <a:spcAft>
                <a:spcPts val="6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14. Summary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The Shift — From Matching to Diagnosing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486400" cy="45720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Calibri"/>
              </a:defRPr>
            </a:pPr>
            <a:r>
              <a:t>OLD: Project Matching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Input: project requirements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Output: ranked candidates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Core question: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'Who best fits this project?'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Depends on: skills list, experience years,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role level, availability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These fields DO NOT EXIST in the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real HRIS / TPCP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Does not answer any of the actual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questions HODs and GMs 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486400" cy="4572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59669"/>
                </a:solidFill>
                <a:latin typeface="Calibri"/>
              </a:defRPr>
            </a:pPr>
            <a:r>
              <a:t>NEW: CDWC Diagnostic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Input: team scope (business / opu / division)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Output: team health + individuals + gaps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+ action recommendations (as JSON)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Core question: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'How healthy is my team, where 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the gaps, who is ready, what next?'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Uses real HRIS + TPCP fields as-is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Answers all 16 HOD/GM questions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Conversation layer converts JSON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into narrative insights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What Users Actually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16 HOD/GM questions map to 4 analytical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743200" cy="49377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A. Individual Drill-Down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Who is promotable in my division?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What gaps need to be closed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before promotion?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Can this talent be moved into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a critical role?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00200"/>
            <a:ext cx="2743200" cy="493776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B. Team Aggregate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8600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How did my talents perform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in the latest TPCP?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Who has not completed TPCP?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What is the overall SMA strength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for my team?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Do we have enough people at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Staff and Principal level?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600200"/>
            <a:ext cx="2743200" cy="493776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C. Gap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8600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Which staff / principal still have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critical gaps?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Any high-risk critical roles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from TPCP results?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Which competencies are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consistently weak?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Is this a people issue or a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structural competency gap?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Are there repeat gaps across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multiple talents?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600200"/>
            <a:ext cx="2743200" cy="49377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D. Action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28600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What actions to close these gaps?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Training, exposure, or hiring?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Which capability intervention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gives the highest impact?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What can be realistically closed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in the next 6–12 months?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What the Data Gives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HRIS and TPCP joined on dummy_id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2926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Calibri"/>
              </a:defRPr>
            </a:pPr>
            <a:r>
              <a:t>SMA HRIS  —  9,455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Identity: dummy_id, employee_name, superior_name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Org: skill_group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Grade: job_grade, salary_grade, year_in_sg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Completion: sma_completion_status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CBS Percentages (0–1):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• overall_cbs_pct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• technical_cbs_pct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• leadership_cbs_pct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486400" cy="292608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TPCP Assessment  —  1,018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Org: business, opu, division, skill_group,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discipline, sub_discipline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Level: assessment_level, assessment_type,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qualified_level, passed_tpcp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Rolled-up %s: base_pct, key_pct, pacing_pct,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emerging_pct, cti_met_pct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Competency cells: 110+ fields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(B1–B25, K1–K15, P1–P10, E1–E10 + 2nd block)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63440"/>
            <a:ext cx="11247120" cy="16459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Calibri"/>
              </a:defRPr>
            </a:pPr>
            <a:r>
              <a:t>Left-join on dummy_id  →  unified employee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977 employees have BOTH HRIS and TPCP records  (full signal)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8,477 employees are HRIS-only  (scored on CBS alone, zero on TPCP dimensions per decision)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41 employees are TPCP-only  (edge case; scored on TPCP alone)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Why Current Scoring Functions No Longer Fit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743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Old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8416" y="1600200"/>
            <a:ext cx="146304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8032" y="1600200"/>
            <a:ext cx="70408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It Fails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74320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skill_overlap_score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2103120"/>
            <a:ext cx="146304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DELETED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28032" y="2103120"/>
            <a:ext cx="704088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No 'skills' list in either file. Closest field is skill_group (broad category), not a skill-matching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62656"/>
            <a:ext cx="2743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experience_similarity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2962656"/>
            <a:ext cx="14630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REPLACED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28032" y="2962656"/>
            <a:ext cx="7040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No 'years_experience' field. year_in_sg is re-purposed for promotion readiness, not similarity matching.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22192"/>
            <a:ext cx="274320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role_match_score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3822192"/>
            <a:ext cx="146304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REPLACED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28032" y="3822192"/>
            <a:ext cx="7040880" cy="8229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junior/mid/senior scale does not exist. Real data uses job_grade (P1–P12) and assessment_level (Staff/Principal/Custodian).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81728"/>
            <a:ext cx="27432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competency_similarity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8416" y="4681728"/>
            <a:ext cx="14630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REPLACED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8032" y="4681728"/>
            <a:ext cx="7040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No single 0–5 score. Instead: 3 CBS %s + 4 TPCP dimension %s + pass/fail. Concept shifts from similarity to absolute health.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69280"/>
            <a:ext cx="11247120" cy="82296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Framework stays (filter → score → aggregate → insight). Functions are rewritten against fields that actually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New Core Primitives — 6 Health Scores (all 0–1)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5456" y="1554480"/>
            <a:ext cx="48463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Formula (simplified)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8352" y="1554480"/>
            <a:ext cx="42976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57400"/>
            <a:ext cx="21031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1. TPCP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2057400"/>
            <a:ext cx="48463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0.6 × cti_met_pct + 0.4 × avg(base, key, pacing, emerging)</a:t>
            </a:r>
            <a:br/>
            <a:r>
              <a:t>+ pass boost (capped at 1.0)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88352" y="2057400"/>
            <a:ext cx="429768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TPCP: cti_met_pct, base_pct, key_pct,</a:t>
            </a:r>
            <a:br/>
            <a:r>
              <a:t>pacing_pct, emerging_pct, passed_tpcp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825496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2. CBS 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5456" y="2825496"/>
            <a:ext cx="4846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0.5 × technical_cbs + 0.3 × overall_cbs + 0.2 × leadership_cbs</a:t>
            </a:r>
            <a:br/>
            <a:r>
              <a:t>(weights rebalanced if a dimension is missing)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88352" y="2825496"/>
            <a:ext cx="42976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HRIS: technical_cbs_pct, overall_cbs_pct,</a:t>
            </a:r>
            <a:br/>
            <a:r>
              <a:t>leadership_cbs_pct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93592"/>
            <a:ext cx="21031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3. Combined Competency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3593592"/>
            <a:ext cx="48463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0.55 × TPCP Health + 0.45 × CBS Health</a:t>
            </a:r>
            <a:br/>
            <a:r>
              <a:t>(fallback to CBS alone if no TPCP record)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88352" y="3593592"/>
            <a:ext cx="429768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Derived from #1 and #2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361688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4. Grade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5456" y="4361688"/>
            <a:ext cx="4846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Alignment of job_grade ↔ assessment_level</a:t>
            </a:r>
            <a:br/>
            <a:r>
              <a:t>(exact=1.0, over=0.5, under=0.0)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88352" y="4361688"/>
            <a:ext cx="42976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HRIS: job_grade  |  TPCP: assessment_level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129784"/>
            <a:ext cx="21031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5. Tenure Readiness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5129784"/>
            <a:ext cx="48463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min(year_in_sg / grade_tenure_threshold, 1.0)</a:t>
            </a:r>
            <a:br/>
            <a:r>
              <a:t>thresholds: P1–P3 → 3y, P4–P6 → 4y, P7+ → 5y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88352" y="5129784"/>
            <a:ext cx="429768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HRIS: year_in_sg, job_grade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897880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6. Critical Gap Score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5456" y="5897880"/>
            <a:ext cx="4846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1 − (count of competency cells scored 0 or 1 / total cells)</a:t>
            </a:r>
            <a:br/>
            <a:r>
              <a:t>from B/K/P/E blocks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88352" y="5897880"/>
            <a:ext cx="42976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TPCP: B1–B25, K1–K15, P1–P10, E1–E10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Hard Filters &amp; Org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What narrows the population before scoring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4846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Calibri"/>
              </a:defRPr>
            </a:pPr>
            <a:r>
              <a:t>Mandatory Hard Filter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4937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Org Scope (match ALL):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business   =   user.business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opu        =   user.opu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division   =   user.division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C2626"/>
                </a:solidFill>
                <a:latin typeface="Calibri"/>
              </a:defRPr>
            </a:pPr>
            <a:r>
              <a:t>Dropped / Demoted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availability  →  field does not exist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skills overlap  →  no skills list in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role_level (junior/mid/senior)  →  no such scale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min_experience  →  no years_experience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486400" cy="484632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Calibri"/>
              </a:defRPr>
            </a:pPr>
            <a:r>
              <a:t>Everything Else → Signal, Not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SMA completion status → attribute, not gate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(used to flag 'not assessed' individuals)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job_grade &amp; assessment_level → feed the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Grade Fit score (#4)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year_in_sg → feeds Tenure Readiness (#5)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passed_tpcp → flag surfaced in output,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also boosts TPCP Health (#1)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skill_group / discipline / sub_discipline →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grouping dimensions for gap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New 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2194560" cy="118872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8745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HOD/GM Query</a:t>
            </a:r>
            <a:br/>
            <a:r>
              <a:t>(team + question)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1488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37360"/>
            <a:ext cx="2194560" cy="11887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8745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Employee Join</a:t>
            </a:r>
            <a:br/>
            <a:r>
              <a:t>HRIS ⋈ TPCP</a:t>
            </a:r>
            <a:br/>
            <a:r>
              <a:t>on dummy_id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1488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737360"/>
            <a:ext cx="2194560" cy="11887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87452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Org Scope Filter</a:t>
            </a:r>
            <a:br/>
            <a:r>
              <a:t>business / opu /</a:t>
            </a:r>
            <a:br/>
            <a:r>
              <a:t>division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017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3474720" cy="13716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Per-Person Scoring</a:t>
            </a:r>
            <a:br/>
            <a:r>
              <a:t>6 health scores</a:t>
            </a:r>
            <a:br/>
            <a:r>
              <a:t>per employee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474720"/>
            <a:ext cx="3474720" cy="1371600"/>
          </a:xfrm>
          <a:prstGeom prst="roundRect">
            <a:avLst/>
          </a:prstGeom>
          <a:solidFill>
            <a:srgbClr val="F3E8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576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Team Aggregate Rollup</a:t>
            </a:r>
            <a:br/>
            <a:r>
              <a:t>pass rates, level distribution,</a:t>
            </a:r>
            <a:br/>
            <a:r>
              <a:t>avg CBS, avg TPCP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474720"/>
            <a:ext cx="3474720" cy="137160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6576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Gap Matrix Analysis</a:t>
            </a:r>
            <a:br/>
            <a:r>
              <a:t>competency cell heatmap,</a:t>
            </a:r>
            <a:br/>
            <a:r>
              <a:t>people vs structural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937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5303520" cy="1097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321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Insight Engine</a:t>
            </a:r>
            <a:br/>
            <a:r>
              <a:t>rule-based action triage (training / exposure / hiring, 6–12m horizon)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5806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394960"/>
            <a:ext cx="548640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553212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Pure JSON Output</a:t>
            </a:r>
            <a:br/>
            <a:r>
              <a:t>team snapshot · flagged individuals · ranked gaps · actions</a:t>
            </a:r>
            <a:br/>
            <a:r>
              <a:t>→ passed to conversation layer for narrative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Output for Each Question Type (JSON Examples)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6692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Q: 'How did my talents perform in TPCP?'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Consolas"/>
              </a:defRPr>
            </a:pPr>
            <a:r>
              <a:t>{</a:t>
            </a:r>
            <a:br/>
            <a:r>
              <a:t>  "team_size": 45,</a:t>
            </a:r>
            <a:br/>
            <a:r>
              <a:t>  "assessed": 32,</a:t>
            </a:r>
            <a:br/>
            <a:r>
              <a:t>  "not_assessed": 13,</a:t>
            </a:r>
            <a:br/>
            <a:r>
              <a:t>  "pass_rate": 0.84,</a:t>
            </a:r>
            <a:br/>
            <a:r>
              <a:t>  "level_distribution": {</a:t>
            </a:r>
            <a:br/>
            <a:r>
              <a:t>    "Staff": 20, "Principal": 8,</a:t>
            </a:r>
            <a:br/>
            <a:r>
              <a:t>    "Custodian": 2, "Not TP": 2</a:t>
            </a:r>
            <a:br/>
            <a:r>
              <a:t>  },</a:t>
            </a:r>
            <a:br/>
            <a:r>
              <a:t>  "avg_cti_met_pct": 0.74,</a:t>
            </a:r>
            <a:br/>
            <a:r>
              <a:t>  "weakest_dimension": "pacing"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Q: 'Who is promotable in my division?'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Consolas"/>
              </a:defRPr>
            </a:pPr>
            <a:r>
              <a:t>{</a:t>
            </a:r>
            <a:br/>
            <a:r>
              <a:t>  "promotable": [</a:t>
            </a:r>
            <a:br/>
            <a:r>
              <a:t>    {"employee_name": "...",</a:t>
            </a:r>
            <a:br/>
            <a:r>
              <a:t>     "job_grade": "P4", "next_grade": "P5",</a:t>
            </a:r>
            <a:br/>
            <a:r>
              <a:t>     "combined_score": 0.82,</a:t>
            </a:r>
            <a:br/>
            <a:r>
              <a:t>     "year_in_sg": 4.2,</a:t>
            </a:r>
            <a:br/>
            <a:r>
              <a:t>     "passed_tpcp": "Y",</a:t>
            </a:r>
            <a:br/>
            <a:r>
              <a:t>     "gap_count": 2}</a:t>
            </a:r>
            <a:br/>
            <a:r>
              <a:t>  ]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Q: 'Who still has critical gaps?'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Consolas"/>
              </a:defRPr>
            </a:pPr>
            <a:r>
              <a:t>{</a:t>
            </a:r>
            <a:br/>
            <a:r>
              <a:t>  "flagged": [</a:t>
            </a:r>
            <a:br/>
            <a:r>
              <a:t>    {"employee_name": "...",</a:t>
            </a:r>
            <a:br/>
            <a:r>
              <a:t>     "qualified_level": "Staff",</a:t>
            </a:r>
            <a:br/>
            <a:r>
              <a:t>     "combined_score": 0.42,</a:t>
            </a:r>
            <a:br/>
            <a:r>
              <a:t>     "gap_count": 8,</a:t>
            </a:r>
            <a:br/>
            <a:r>
              <a:t>     "weakest_cells": ["k3", "p2", "e1"]}</a:t>
            </a:r>
            <a:br/>
            <a:r>
              <a:t>  ]</a:t>
            </a:r>
            <a:br/>
            <a: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490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Q: 'What actions should we take?'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Consolas"/>
              </a:defRPr>
            </a:pPr>
            <a:r>
              <a:t>{</a:t>
            </a:r>
            <a:br/>
            <a:r>
              <a:t>  "actions": [</a:t>
            </a:r>
            <a:br/>
            <a:r>
              <a:t>    {"type": "training", "priority": "high",</a:t>
            </a:r>
            <a:br/>
            <a:r>
              <a:t>     "reason": "structural gap in Pacing",</a:t>
            </a:r>
            <a:br/>
            <a:r>
              <a:t>     "affects": 18},</a:t>
            </a:r>
            <a:br/>
            <a:r>
              <a:t>    {"type": "exposure", "priority": "medium",</a:t>
            </a:r>
            <a:br/>
            <a:r>
              <a:t>     "reason": "Principals missing E3–E5",</a:t>
            </a:r>
            <a:br/>
            <a:r>
              <a:t>     "affects": 4}</a:t>
            </a:r>
            <a:br/>
            <a:r>
              <a:t>  ]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Gap Analysis — People vs Structural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Answers: 'Is this a people issue or a structural competency gap?'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Calibri"/>
              </a:defRPr>
            </a:pPr>
            <a:r>
              <a:t>For each competency cell (b1–b25, k1–k15, p1–p10, e1–e10), compute the team failure rate: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6459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Failure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31136" y="2194560"/>
            <a:ext cx="20116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2194560"/>
            <a:ext cx="38404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194560"/>
            <a:ext cx="36576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Recommended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164592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≥ 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2697480"/>
            <a:ext cx="201168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STRUCTURAL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697480"/>
            <a:ext cx="384048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Team-wide deficiency — not an individual 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2697480"/>
            <a:ext cx="365760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Systemic training program, curriculum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48456"/>
            <a:ext cx="16459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20% – 60%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136" y="3648456"/>
            <a:ext cx="20116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MIXED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648456"/>
            <a:ext cx="38404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Sub-group weakness — targeted pockets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3648456"/>
            <a:ext cx="3657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Targeted intervention, peer mentoring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99432"/>
            <a:ext cx="164592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&lt;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136" y="4599432"/>
            <a:ext cx="201168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PEOPLE ISSUE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4599432"/>
            <a:ext cx="384048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Individual performance variance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4599432"/>
            <a:ext cx="3657600" cy="9144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Individual coaching, performance management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247120" cy="91440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669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Repeat-Gap Detection  (answers: 'Are there repeat gaps across multiple talents?')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Calibri"/>
              </a:defRPr>
            </a:pPr>
            <a:r>
              <a:t>Rank competency cells by count of employees scoring ≤ 1. Top N surfaces the systemic weak spots.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Action Recommendation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Rule-based triage across training / exposure / hiring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3749039" cy="48463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93B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918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Triggered when: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Gap is STRUCTURAL (≥60% fail rate)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Weakness in Base (B) or Key (K) cells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Gap closable at level 2 → 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Horizon: 3–6 months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Cost: Moderate (scale helps)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Impact: High if structural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600200"/>
            <a:ext cx="3749039" cy="4846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173736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93B"/>
                </a:solidFill>
                <a:latin typeface="Calibri"/>
              </a:defRPr>
            </a:pPr>
            <a:r>
              <a:t>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39" y="2331720"/>
            <a:ext cx="32918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Triggered when: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Gap in Pacing (P) or Emerging (E) cells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Competency at level 2 needing level 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Individual issue, not structural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Horizon: 6–12 months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Cost: Low (stretch assignments)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Impact: High for promotable talent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1600200"/>
            <a:ext cx="3749039" cy="4846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8" y="173736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93B"/>
                </a:solidFill>
                <a:latin typeface="Calibri"/>
              </a:defRPr>
            </a:pPr>
            <a:r>
              <a:t>HIRING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8" y="2331720"/>
            <a:ext cx="32918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Triggered when: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Grade distribution skewed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(too few Principals for team)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Gap cells at level 0 across team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   (no internal exposure at all)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Critical role unfilled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Horizon: 12+ months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Cost: High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Impact: Fills structural vacancies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Promotability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Answers: 'Who is promotable?' · 'What gaps before promotion?'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4754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59669"/>
                </a:solidFill>
                <a:latin typeface="Calibri"/>
              </a:defRPr>
            </a:pPr>
            <a:r>
              <a:t>Promotion-Ready (ALL conditions)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✓  Combined Competency Score ≥ 0.75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✓  year_in_sg ≥ grade_tenure_threshold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 (P1–P3 → 3y, P4–P6 → 4y, P7+ → 5y)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✓  passed_tpcp = 'Y'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 (or no TPCP gate at current grade)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✓  Critical Gap Count ≤ 3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 (no more than 3 cells at level 0–1)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✓  Grade Fit = 1.0 or 0.5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 (not underqualified)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486400" cy="475488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  <a:latin typeface="Calibri"/>
              </a:defRPr>
            </a:pPr>
            <a:r>
              <a:t>Gaps Before Promotion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For employees scoring 0.65–0.74 (close to ready):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List competency cells at level 0 or 1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Flag any Key-level (K1–K15) gap as blocker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Flag passed_tpcp = 'N' as blocker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Show year_in_sg vs threshold delta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Output includes 'close-in-6-months' flag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for gaps at level 2 (one step away).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For employees at 0.55–0.64 (develop further):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Return full gap profile, 12+ month 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New API Surface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00200"/>
            <a:ext cx="4389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Endpoint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91456" y="1600200"/>
            <a:ext cx="70408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Purpose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43891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POST /team/analyze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91456" y="2103120"/>
            <a:ext cx="704088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Full diagnostic for a team: snapshot + individuals + gaps + actions. Body: {business, opu, division, question?}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734056"/>
            <a:ext cx="43891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GET  /employee/{dummy_id}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1456" y="2734056"/>
            <a:ext cx="70408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Individual scorecard: 6 health scores, gap profile, promotion readiness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364992"/>
            <a:ext cx="43891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GET  /team/{business}/{opu}/{division}/promotable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1456" y="3364992"/>
            <a:ext cx="704088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Ranked list of promotion-ready employees with rationale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995928"/>
            <a:ext cx="43891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GET  /team/{business}/{opu}/{division}/gaps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1456" y="3995928"/>
            <a:ext cx="70408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Competency gap matrix + people-vs-structural classification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26864"/>
            <a:ext cx="43891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GET  /team/{business}/{opu}/{division}/snapshot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4626864"/>
            <a:ext cx="704088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Team aggregate: pass rate, level distribution, avg CBS/TPCP, not-assessed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257800"/>
            <a:ext cx="43891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POST /chat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1456" y="5257800"/>
            <a:ext cx="70408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Natural language entry point — parses team + question type and routes to the right endpoint above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888736"/>
            <a:ext cx="43891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GET  /health  ·  /docs  ·  /history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91456" y="5888736"/>
            <a:ext cx="704088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>
                <a:solidFill>
                  <a:srgbClr val="1E293B"/>
                </a:solidFill>
                <a:latin typeface="Calibri"/>
              </a:defRPr>
            </a:pPr>
            <a:r>
              <a:t>Retained from v1 (liveness, Swagger UI, audit trail)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Module Structure &amp; Implementation Order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669280" cy="4846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app/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Consolas"/>
              </a:defRPr>
            </a:pPr>
            <a:r>
              <a:t>app/</a:t>
            </a:r>
            <a:br/>
            <a:r>
              <a:t>├── data_loader.py     # load HRIS + TPCP, left-join</a:t>
            </a:r>
            <a:br/>
            <a:r>
              <a:t>├── scores.py          # 6 health score functions</a:t>
            </a:r>
            <a:br/>
            <a:r>
              <a:t>├── gap_analysis.py    # cell matrix, people vs structural</a:t>
            </a:r>
            <a:br/>
            <a:r>
              <a:t>├── team_rollup.py     # team-level aggregate metrics</a:t>
            </a:r>
            <a:br/>
            <a:r>
              <a:t>├── insight_engine.py  # action triage rules</a:t>
            </a:r>
            <a:br/>
            <a:r>
              <a:t>├── recommender.py     # orchestrates full pipeline</a:t>
            </a:r>
            <a:br/>
            <a:r>
              <a:t>├── config.py          # thresholds, weights</a:t>
            </a:r>
            <a:br/>
            <a:r>
              <a:t>└── main.py            # new FastAPI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00200"/>
            <a:ext cx="5394960" cy="4846320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Calibri"/>
              </a:defRPr>
            </a:pPr>
            <a:r>
              <a:t>Implementation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1.  data_loader.py  —  join HRIS + TPCP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2.  scores.py  —  6 health score functions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3.  team_rollup.py + gap_analysis.py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4.  insight_engine.py  —  action triage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5.  recommender.py + config.py  —  orchestrate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6.  main.py  —  new FastAPI endpoints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7.  chat parser  —  route NL to endpoints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8.  frontend  —  dashboard view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9.  evaluation  —  gap-detection metrics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Migration Impact — What Changes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292608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Component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8416" y="1554480"/>
            <a:ext cx="13716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36592" y="1554480"/>
            <a:ext cx="71323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57400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data_loader.py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2057400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36592" y="2057400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Load 2 JSON files, left-join on dummy_id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496312"/>
            <a:ext cx="29260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features.py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2496312"/>
            <a:ext cx="137160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2496312"/>
            <a:ext cx="713232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Becomes scores.py — 6 absolute health functions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35224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recommender.py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2935224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36592" y="2935224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New 4-stage pipeline: join → scope → score → insight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74136"/>
            <a:ext cx="29260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config.py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8416" y="3374136"/>
            <a:ext cx="137160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36592" y="3374136"/>
            <a:ext cx="713232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New weights, grade-tenure thresholds, failure-rate cutoffs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13048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main.py (FastAPI)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28416" y="3813048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36592" y="3813048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/recommend retired, new team-centric endpoints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251960"/>
            <a:ext cx="29260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history.py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8416" y="4251960"/>
            <a:ext cx="137160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KEEP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36592" y="4251960"/>
            <a:ext cx="713232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Audit trail still relevant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690872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chat/parser.py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28416" y="4690872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36592" y="4690872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Parse team scope + question type, not project fields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129784"/>
            <a:ext cx="29260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chat/orchestrator.py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28416" y="5129784"/>
            <a:ext cx="137160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36592" y="5129784"/>
            <a:ext cx="713232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Route parsed query to right endpoint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5568696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chat/formatter.py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28416" y="5568696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36592" y="5568696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Convert JSON → narrative insights (conversation layer)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007608"/>
            <a:ext cx="29260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evaluation/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28416" y="6007608"/>
            <a:ext cx="137160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36592" y="6007608"/>
            <a:ext cx="713232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Gap-detection accuracy replaces precision@K as primary metric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6446520"/>
            <a:ext cx="292608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frontend/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28416" y="6446520"/>
            <a:ext cx="137160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36592" y="6446520"/>
            <a:ext cx="7132320" cy="402336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>
                <a:solidFill>
                  <a:srgbClr val="1E293B"/>
                </a:solidFill>
                <a:latin typeface="Calibri"/>
              </a:defRPr>
            </a:pPr>
            <a:r>
              <a:t>Dashboard replaces form-search (team overview + drill-downs)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What Stays the Same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4846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Rule-based heuristic approach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(deterministic, no ML training)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Explainable scoring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(every number traceable to a formula)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Configurable weights and thresholds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(domain experts tune without retraining)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FastAPI backend + CORS-enabled frontend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Auto-generated API docs at /docs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00200"/>
            <a:ext cx="5486400" cy="4846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Audit trail of every request/response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Same deployment model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(uvicorn + single-file frontend)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Evaluation framework stays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(metrics adapted to new engine)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Chat entry point retained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 (now parses team questions, not project specs)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• Same production readiness path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64008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Engine repositioned from project matching to team diagnostics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Old 4 scoring functions retired — 6 absolute health scores replace them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Single mandatory hard filter: org scope (business / opu / division)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TPCP and CBS combined into a unified competency signal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Outputs pure JSON — narrative handled by the conversation layer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Answers all 16 HOD/GM questions across 4 analytical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A8A04"/>
                </a:solidFill>
                <a:latin typeface="Calibri"/>
              </a:defRPr>
            </a:pPr>
            <a:r>
              <a:t>Decisions Needed Before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1.  Sign-off on the 6 health score formulas (weights are tunable, but the shape is fixed)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2.  Confirm the action-triage thresholds (structural ≥ 60%, mixed 20–60%, people &lt; 20%)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3.  Confirm the promotability criteria (score ≥ 0.75, tenure, passed TPCP, ≤ 3 gaps)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4.  Approval to retire the /recommend endpoint and replace with /team/* endpoints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Ready to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3C5FD"/>
                </a:solidFill>
                <a:latin typeface="Calibri"/>
              </a:defRPr>
            </a:pPr>
            <a:r>
              <a:t>Awaiting sign-off on scores, thresholds, and endpoint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